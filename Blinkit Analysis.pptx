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57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8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12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4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8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2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8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3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58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26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57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95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91098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1842550"/>
            <a:ext cx="11161325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1740762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570</TotalTime>
  <Words>340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Rounded MT Bold</vt:lpstr>
      <vt:lpstr>Gill Sans MT</vt:lpstr>
      <vt:lpstr>Segoe UI Black</vt:lpstr>
      <vt:lpstr>Parcel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Anshul Verma</cp:lastModifiedBy>
  <cp:revision>18</cp:revision>
  <dcterms:created xsi:type="dcterms:W3CDTF">2024-06-24T12:27:37Z</dcterms:created>
  <dcterms:modified xsi:type="dcterms:W3CDTF">2026-07-04T12:21:30Z</dcterms:modified>
</cp:coreProperties>
</file>